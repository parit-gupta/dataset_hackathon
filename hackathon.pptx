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Libre Franklin Bold" panose="020B0604020202020204" charset="0"/>
      <p:regular r:id="rId12"/>
    </p:embeddedFont>
    <p:embeddedFont>
      <p:font typeface="Montserrat" panose="00000500000000000000" pitchFamily="2" charset="0"/>
      <p:regular r:id="rId13"/>
    </p:embeddedFont>
    <p:embeddedFont>
      <p:font typeface="Playfair Display Bold" panose="020B0604020202020204" charset="0"/>
      <p:regular r:id="rId14"/>
    </p:embeddedFont>
    <p:embeddedFont>
      <p:font typeface="Source Serif Pr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4576" y="3673091"/>
            <a:ext cx="15318848" cy="193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0"/>
              </a:lnSpc>
            </a:pPr>
            <a:r>
              <a:rPr lang="en-US" sz="1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PROJECT NAME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06857" y="7668695"/>
            <a:ext cx="4074286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TEAM NAME: ctrl+alt+elite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“PROBLEM STATEMENT”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81A18D-822F-A708-E1DE-4BFEA5982211}"/>
              </a:ext>
            </a:extLst>
          </p:cNvPr>
          <p:cNvSpPr txBox="1"/>
          <p:nvPr/>
        </p:nvSpPr>
        <p:spPr>
          <a:xfrm>
            <a:off x="3583709" y="5566887"/>
            <a:ext cx="11125200" cy="2780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“Multilingual Speech-Language Assessment Platform with Automated ASR </a:t>
            </a:r>
          </a:p>
          <a:p>
            <a:pPr algn="ctr">
              <a:lnSpc>
                <a:spcPts val="7300"/>
              </a:lnSpc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Scoring &amp; Therapy Authoring Tools 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9833" y="117006"/>
            <a:ext cx="5457625" cy="1186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400" y="1005214"/>
            <a:ext cx="16878300" cy="7369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3600" b="1" u="sng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OUR SOLUTION: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“A speech-language assessment platform for pronunciation practice” 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Mentor-authored assessments using predefined word set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 Automated speech-to-text using ASR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 Rule-based pronunciation scoring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Explainable AI generates learner-friendly summaries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Supports Indian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97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“INNOVATION &amp; USP”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189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“WORKFLOW DIAGRAM WITH TECH STACK”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97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“EXTRA”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97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“EXTRA”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97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“EXTRA”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97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“EXTRA”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7793" y="3467100"/>
            <a:ext cx="12652043" cy="365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“Satyanarayana Karthikeya Kuna(23BAI1178)</a:t>
            </a:r>
          </a:p>
          <a:p>
            <a:pPr algn="ctr">
              <a:lnSpc>
                <a:spcPts val="7300"/>
              </a:lnSpc>
            </a:pPr>
            <a:r>
              <a:rPr lang="en-US" sz="4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Parit Gupta(23BAI1240)</a:t>
            </a:r>
          </a:p>
          <a:p>
            <a:pPr algn="ctr">
              <a:lnSpc>
                <a:spcPts val="7300"/>
              </a:lnSpc>
            </a:pPr>
            <a:r>
              <a:rPr lang="en-US" sz="4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Keshav Sharma(23BAI1165)</a:t>
            </a:r>
          </a:p>
          <a:p>
            <a:pPr algn="ctr">
              <a:lnSpc>
                <a:spcPts val="7300"/>
              </a:lnSpc>
            </a:pPr>
            <a:r>
              <a:rPr lang="en-US" sz="4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Chaitanya Singh(23BAI1435)”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139</Words>
  <Application>Microsoft Office PowerPoint</Application>
  <PresentationFormat>Custom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Source Serif Pro Bold</vt:lpstr>
      <vt:lpstr>Libre Franklin Bold</vt:lpstr>
      <vt:lpstr>Montserrat</vt:lpstr>
      <vt:lpstr>Playfair Display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EDITION 2</dc:title>
  <dc:creator>Chaitanya Singh</dc:creator>
  <cp:lastModifiedBy>Chaitanya Singh</cp:lastModifiedBy>
  <cp:revision>2</cp:revision>
  <dcterms:created xsi:type="dcterms:W3CDTF">2006-08-16T00:00:00Z</dcterms:created>
  <dcterms:modified xsi:type="dcterms:W3CDTF">2025-12-18T12:33:31Z</dcterms:modified>
  <dc:identifier>DAG7o8SITjs</dc:identifier>
</cp:coreProperties>
</file>